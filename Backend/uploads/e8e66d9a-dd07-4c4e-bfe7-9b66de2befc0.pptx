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866" r:id="rId2"/>
    <p:sldId id="286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Medium Style 1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10"/>
    <p:restoredTop sz="94658"/>
  </p:normalViewPr>
  <p:slideViewPr>
    <p:cSldViewPr snapToGrid="0">
      <p:cViewPr>
        <p:scale>
          <a:sx n="122" d="100"/>
          <a:sy n="122" d="100"/>
        </p:scale>
        <p:origin x="640" y="-2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fld id="{2EA1156E-3FB4-7843-8628-893374C7C075}" type="datetimeFigureOut">
              <a:rPr lang="en-US" smtClean="0"/>
              <a:pPr/>
              <a:t>8/31/25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fld id="{D9E3BF1A-2E07-604A-B53A-CF70F83FE7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30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>
          <a:extLst>
            <a:ext uri="{FF2B5EF4-FFF2-40B4-BE49-F238E27FC236}">
              <a16:creationId xmlns:a16="http://schemas.microsoft.com/office/drawing/2014/main" id="{4AE59B67-BD5B-8C72-FE24-177856EA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9:notes">
            <a:extLst>
              <a:ext uri="{FF2B5EF4-FFF2-40B4-BE49-F238E27FC236}">
                <a16:creationId xmlns:a16="http://schemas.microsoft.com/office/drawing/2014/main" id="{9A535E40-536B-880E-5274-E8CB1983C8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:notes">
            <a:extLst>
              <a:ext uri="{FF2B5EF4-FFF2-40B4-BE49-F238E27FC236}">
                <a16:creationId xmlns:a16="http://schemas.microsoft.com/office/drawing/2014/main" id="{B05DA40A-6D20-FA8A-998E-05BC057E9B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9968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5E1A-58DC-F043-B7EA-4F71DB97015F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D04F-E900-7641-A373-2603A172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07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5E1A-58DC-F043-B7EA-4F71DB97015F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D04F-E900-7641-A373-2603A172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4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5E1A-58DC-F043-B7EA-4F71DB97015F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D04F-E900-7641-A373-2603A172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1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5E1A-58DC-F043-B7EA-4F71DB97015F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D04F-E900-7641-A373-2603A172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62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5E1A-58DC-F043-B7EA-4F71DB97015F}" type="datetimeFigureOut">
              <a:rPr lang="en-US" smtClean="0"/>
              <a:t>8/31/25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D04F-E900-7641-A373-2603A172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6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5E1A-58DC-F043-B7EA-4F71DB97015F}" type="datetimeFigureOut">
              <a:rPr lang="en-US" smtClean="0"/>
              <a:t>8/31/25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D04F-E900-7641-A373-2603A172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5E1A-58DC-F043-B7EA-4F71DB97015F}" type="datetimeFigureOut">
              <a:rPr lang="en-US" smtClean="0"/>
              <a:t>8/31/25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D04F-E900-7641-A373-2603A172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3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5E1A-58DC-F043-B7EA-4F71DB97015F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D04F-E900-7641-A373-2603A172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8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5E1A-58DC-F043-B7EA-4F71DB97015F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D04F-E900-7641-A373-2603A172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07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5E1A-58DC-F043-B7EA-4F71DB97015F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D04F-E900-7641-A373-2603A172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3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5E1A-58DC-F043-B7EA-4F71DB97015F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D04F-E900-7641-A373-2603A172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09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F99A5E1A-58DC-F043-B7EA-4F71DB97015F}" type="datetimeFigureOut">
              <a:rPr lang="en-US" smtClean="0"/>
              <a:pPr/>
              <a:t>8/31/25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0208D04F-E900-7641-A373-2603A172FC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99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1D29D4-F1BC-B710-4015-FD5628149D60}"/>
              </a:ext>
            </a:extLst>
          </p:cNvPr>
          <p:cNvSpPr/>
          <p:nvPr/>
        </p:nvSpPr>
        <p:spPr>
          <a:xfrm>
            <a:off x="274095" y="258279"/>
            <a:ext cx="6309809" cy="1145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Fire TV stick HD </a:t>
            </a:r>
          </a:p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with Alexa Voice Remote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srgbClr val="00AFF4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A1A332-0EB4-C2B4-83D9-C256A7B7FE0B}"/>
              </a:ext>
            </a:extLst>
          </p:cNvPr>
          <p:cNvSpPr/>
          <p:nvPr/>
        </p:nvSpPr>
        <p:spPr>
          <a:xfrm>
            <a:off x="274095" y="1561223"/>
            <a:ext cx="30317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Upgrade your TV, instantly. 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DDB8E-1992-1C76-53AE-2F4319127C11}"/>
              </a:ext>
            </a:extLst>
          </p:cNvPr>
          <p:cNvSpPr txBox="1"/>
          <p:nvPr/>
        </p:nvSpPr>
        <p:spPr>
          <a:xfrm>
            <a:off x="5622329" y="9278389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 Kit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E57E80-AF38-520C-B844-D0A37CF90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8933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272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>
          <a:extLst>
            <a:ext uri="{FF2B5EF4-FFF2-40B4-BE49-F238E27FC236}">
              <a16:creationId xmlns:a16="http://schemas.microsoft.com/office/drawing/2014/main" id="{681A42B8-4C0C-8199-9628-037A5BB7E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">
            <a:extLst>
              <a:ext uri="{FF2B5EF4-FFF2-40B4-BE49-F238E27FC236}">
                <a16:creationId xmlns:a16="http://schemas.microsoft.com/office/drawing/2014/main" id="{EA78BF0F-1F1B-AB40-5302-404A3F3A288B}"/>
              </a:ext>
            </a:extLst>
          </p:cNvPr>
          <p:cNvSpPr txBox="1"/>
          <p:nvPr/>
        </p:nvSpPr>
        <p:spPr>
          <a:xfrm>
            <a:off x="34134" y="114468"/>
            <a:ext cx="3476496" cy="3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25706" rIns="51427" bIns="25706" anchor="t" anchorCtr="0">
            <a:spAutoFit/>
          </a:bodyPr>
          <a:lstStyle/>
          <a:p>
            <a:pPr>
              <a:buClr>
                <a:srgbClr val="00B0F0"/>
              </a:buClr>
              <a:buSzPts val="2800"/>
            </a:pPr>
            <a:r>
              <a:rPr lang="en-US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Fire TV stick HD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31F7ED-F19E-A517-55CC-E98B300FB51B}"/>
              </a:ext>
            </a:extLst>
          </p:cNvPr>
          <p:cNvSpPr txBox="1"/>
          <p:nvPr/>
        </p:nvSpPr>
        <p:spPr>
          <a:xfrm>
            <a:off x="101652" y="1840257"/>
            <a:ext cx="6654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Compact, Colorful, Affordable smart speaker with full sound</a:t>
            </a:r>
          </a:p>
          <a:p>
            <a:pPr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Fire TV Stick HD is a Full HD streaming device that be </a:t>
            </a:r>
            <a:r>
              <a:rPr lang="en-US" sz="12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plugged into the HDMI port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the TV and connected to Internet </a:t>
            </a:r>
            <a:r>
              <a:rPr lang="en-US" sz="12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stream content on your TV.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Use the Alexa Voice Remote to voice search and launch content and manage the power and audio of your TV. </a:t>
            </a:r>
            <a:endParaRPr lang="en-US" sz="12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86F9D-7016-8C1B-BEB8-38B6A09731FA}"/>
              </a:ext>
            </a:extLst>
          </p:cNvPr>
          <p:cNvSpPr txBox="1"/>
          <p:nvPr/>
        </p:nvSpPr>
        <p:spPr>
          <a:xfrm>
            <a:off x="-1704814" y="54089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4C5BA5-DD96-0C5F-63D2-BACF2D43E7DD}"/>
              </a:ext>
            </a:extLst>
          </p:cNvPr>
          <p:cNvSpPr txBox="1"/>
          <p:nvPr/>
        </p:nvSpPr>
        <p:spPr>
          <a:xfrm>
            <a:off x="0" y="9674064"/>
            <a:ext cx="51106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Subscriptions apply for apps like Amazon Prime, Netflix, Hotstar, Apple TV and other OTT channels.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092FB3-E8E4-6C0D-1382-09D2B7F6D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4" y="390873"/>
            <a:ext cx="4272558" cy="13804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F617D8A-2895-9235-3CBE-69F2E0E0A8C9}"/>
              </a:ext>
            </a:extLst>
          </p:cNvPr>
          <p:cNvSpPr txBox="1"/>
          <p:nvPr/>
        </p:nvSpPr>
        <p:spPr>
          <a:xfrm>
            <a:off x="435357" y="2742532"/>
            <a:ext cx="6317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2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 HD Streaming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: Supported by powerful 1.7Ghz Quad Core Processor and optimised streaming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F877CB-41A0-07B6-853B-4AFCD88C98A9}"/>
              </a:ext>
            </a:extLst>
          </p:cNvPr>
          <p:cNvSpPr txBox="1"/>
          <p:nvPr/>
        </p:nvSpPr>
        <p:spPr>
          <a:xfrm>
            <a:off x="435357" y="3171025"/>
            <a:ext cx="6317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2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TV Controls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: Power on/off and adjust volume using Alexa Voice Remote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A0EC7E-49B1-A90C-3106-86A330FAD62A}"/>
              </a:ext>
            </a:extLst>
          </p:cNvPr>
          <p:cNvSpPr txBox="1"/>
          <p:nvPr/>
        </p:nvSpPr>
        <p:spPr>
          <a:xfrm>
            <a:off x="435357" y="3624023"/>
            <a:ext cx="6317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2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Alexa Voice Search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: Search, play, pause, rewind, or forward using your voice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927C1A-BF99-13D6-AB27-608F15AB9585}"/>
              </a:ext>
            </a:extLst>
          </p:cNvPr>
          <p:cNvSpPr txBox="1"/>
          <p:nvPr/>
        </p:nvSpPr>
        <p:spPr>
          <a:xfrm>
            <a:off x="423630" y="4521515"/>
            <a:ext cx="6317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2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Endless Entertainment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: Access thousands of movies and shows across top apps.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B59D85-CF16-650B-26D7-C98509CF5A2D}"/>
              </a:ext>
            </a:extLst>
          </p:cNvPr>
          <p:cNvSpPr txBox="1"/>
          <p:nvPr/>
        </p:nvSpPr>
        <p:spPr>
          <a:xfrm>
            <a:off x="423630" y="4950008"/>
            <a:ext cx="6317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2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Free Streaming: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 Watch free content on YouTube, </a:t>
            </a:r>
            <a:r>
              <a:rPr lang="en-IN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MXPlayer</a:t>
            </a:r>
            <a:r>
              <a:rPr lang="en-IN" sz="120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4C754D-0F7E-843C-50D5-D4E057F9F21E}"/>
              </a:ext>
            </a:extLst>
          </p:cNvPr>
          <p:cNvSpPr txBox="1"/>
          <p:nvPr/>
        </p:nvSpPr>
        <p:spPr>
          <a:xfrm>
            <a:off x="423630" y="5378501"/>
            <a:ext cx="6317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2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 TV Access: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 Stream live news, sports, and TV - apps like SonyLIV, Hotstar, Zee5, and </a:t>
            </a:r>
            <a:r>
              <a:rPr lang="en-IN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JioCinema</a:t>
            </a: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61F51F-07EA-568F-5C5F-549CD7860238}"/>
              </a:ext>
            </a:extLst>
          </p:cNvPr>
          <p:cNvSpPr txBox="1"/>
          <p:nvPr/>
        </p:nvSpPr>
        <p:spPr>
          <a:xfrm>
            <a:off x="423630" y="5806991"/>
            <a:ext cx="6317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2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Smart Home Control :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 Use Alexa to control lights, cameras, and more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E52F1C3-63AA-5CB9-3DB7-085DB1396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52" y="2725871"/>
            <a:ext cx="270000" cy="27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67D5C6D-7381-E815-539A-CE9A31E8F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052" y="3159019"/>
            <a:ext cx="270000" cy="27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AD6DB49-1241-D1DA-1BBC-B202885390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325" y="4518819"/>
            <a:ext cx="270000" cy="2700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98EE7FB-8AF9-E766-73DA-A19EF9F17F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325" y="4951967"/>
            <a:ext cx="270000" cy="270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E011EE9-A386-9F28-3BA3-E0C3541C53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325" y="5818264"/>
            <a:ext cx="270000" cy="2700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7CEAA85-2FD1-FC3E-E517-79EAD10220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052" y="3616672"/>
            <a:ext cx="270000" cy="2700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3C4EEE2-4BB6-F693-074A-78208FC197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325" y="5385115"/>
            <a:ext cx="270000" cy="2700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39A2BFEC-B137-B4E4-2598-3A4640DB5C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052" y="4079500"/>
            <a:ext cx="270000" cy="2700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7BFF7E0C-529F-F0A7-1A46-9EDDDAA30B96}"/>
              </a:ext>
            </a:extLst>
          </p:cNvPr>
          <p:cNvSpPr txBox="1"/>
          <p:nvPr/>
        </p:nvSpPr>
        <p:spPr>
          <a:xfrm>
            <a:off x="464063" y="4072501"/>
            <a:ext cx="6317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Immersive sound by </a:t>
            </a:r>
            <a:r>
              <a:rPr lang="en-US" sz="1200" dirty="0">
                <a:solidFill>
                  <a:srgbClr val="00B0F0"/>
                </a:solidFill>
              </a:rPr>
              <a:t>Dolby Atmos, Dolby Digital, Dolby Digital+ Surround sound. </a:t>
            </a: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B401E75A-C24C-9442-8F59-941E1E873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168549"/>
              </p:ext>
            </p:extLst>
          </p:nvPr>
        </p:nvGraphicFramePr>
        <p:xfrm>
          <a:off x="64037" y="6235481"/>
          <a:ext cx="6497516" cy="3685692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6497516">
                  <a:extLst>
                    <a:ext uri="{9D8B030D-6E8A-4147-A177-3AD203B41FA5}">
                      <a16:colId xmlns:a16="http://schemas.microsoft.com/office/drawing/2014/main" val="48838284"/>
                    </a:ext>
                  </a:extLst>
                </a:gridCol>
              </a:tblGrid>
              <a:tr h="218039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How FireTV makes the Smart TV experience better</a:t>
                      </a:r>
                      <a:endParaRPr lang="en-US" sz="1200" b="0" i="0" u="none" strike="noStrike" kern="1200" noProof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25718" marB="25718" anchor="ctr"/>
                </a:tc>
                <a:extLst>
                  <a:ext uri="{0D108BD9-81ED-4DB2-BD59-A6C34878D82A}">
                    <a16:rowId xmlns:a16="http://schemas.microsoft.com/office/drawing/2014/main" val="4193083172"/>
                  </a:ext>
                </a:extLst>
              </a:tr>
              <a:tr h="3451376">
                <a:tc>
                  <a:txBody>
                    <a:bodyPr/>
                    <a:lstStyle/>
                    <a:p>
                      <a:r>
                        <a:rPr lang="en-IN" sz="1200" dirty="0"/>
                        <a:t>Smart TVs today often run different versions of Android, each customized by the device manufacturer. This leads to fragmented app availability (for example, Apple TV+ missing on some models), inconsistent updates, and sluggish user experiences as the software grows heavier than the TV’s limited hardware can handle. Over time, the result is a patchy, frustrating TV experience.</a:t>
                      </a:r>
                    </a:p>
                    <a:p>
                      <a:br>
                        <a:rPr lang="en-IN" sz="1200" dirty="0"/>
                      </a:br>
                      <a:r>
                        <a:rPr lang="en-IN" sz="1200" b="1" dirty="0"/>
                        <a:t>Fire TV stick HD fixes this.</a:t>
                      </a:r>
                      <a:endParaRPr lang="en-IN" sz="1200" dirty="0"/>
                    </a:p>
                    <a:p>
                      <a:r>
                        <a:rPr lang="en-IN" sz="1200" dirty="0"/>
                        <a:t>With a </a:t>
                      </a:r>
                      <a:r>
                        <a:rPr lang="en-IN" sz="1200" b="1" dirty="0"/>
                        <a:t>dedicated 1.7 GHz Quad-Core processor, 8 GB DDR4 RAM, and dual-channel MIMO Wi-Fi</a:t>
                      </a:r>
                      <a:r>
                        <a:rPr lang="en-IN" sz="1200" dirty="0"/>
                        <a:t>, Fire TV is built purely for streaming—unlike Smart TVs, where resources are split with other functions. Features like </a:t>
                      </a:r>
                      <a:r>
                        <a:rPr lang="en-IN" sz="1200" b="1" dirty="0"/>
                        <a:t>ASAP streaming technology</a:t>
                      </a:r>
                      <a:r>
                        <a:rPr lang="en-IN" sz="1200" dirty="0"/>
                        <a:t> ensure buffer-free viewing. Because Amazon designs both the hardware and software, the two work seamlessly together. </a:t>
                      </a:r>
                    </a:p>
                    <a:p>
                      <a:endParaRPr lang="en-IN" sz="1200" dirty="0"/>
                    </a:p>
                    <a:p>
                      <a:r>
                        <a:rPr lang="en-IN" sz="1200" dirty="0"/>
                        <a:t>Beyond performance, Fire TV adds what most Smart TVs miss:</a:t>
                      </a:r>
                    </a:p>
                    <a:p>
                      <a:r>
                        <a:rPr lang="en-IN" sz="1200" b="1" dirty="0"/>
                        <a:t>Integrated voice search</a:t>
                      </a:r>
                      <a:r>
                        <a:rPr lang="en-IN" sz="1200" dirty="0"/>
                        <a:t> that’s more interactive and responsive.</a:t>
                      </a:r>
                    </a:p>
                    <a:p>
                      <a:r>
                        <a:rPr lang="en-IN" sz="1200" b="1" dirty="0"/>
                        <a:t>Alexa integration</a:t>
                      </a:r>
                      <a:r>
                        <a:rPr lang="en-IN" sz="1200" dirty="0"/>
                        <a:t> to play songs, fetch news, control smart home devices, and more.</a:t>
                      </a:r>
                    </a:p>
                    <a:p>
                      <a:r>
                        <a:rPr lang="en-IN" sz="1200" b="1" dirty="0"/>
                        <a:t>Parental controls and data monitoring</a:t>
                      </a:r>
                      <a:r>
                        <a:rPr lang="en-IN" sz="1200" dirty="0"/>
                        <a:t> to give you peace of mind.</a:t>
                      </a:r>
                    </a:p>
                    <a:p>
                      <a:r>
                        <a:rPr lang="en-IN" sz="1200" b="1" dirty="0"/>
                        <a:t>Bluetooth support</a:t>
                      </a:r>
                      <a:r>
                        <a:rPr lang="en-IN" sz="1200" dirty="0"/>
                        <a:t> for easy connection to external devices.</a:t>
                      </a:r>
                    </a:p>
                    <a:p>
                      <a:endParaRPr lang="en-IN" sz="1200" dirty="0"/>
                    </a:p>
                    <a:p>
                      <a:r>
                        <a:rPr lang="en-IN" sz="1200" dirty="0"/>
                        <a:t>In short: Fire TV makes your Smart TV Smarter. </a:t>
                      </a:r>
                    </a:p>
                  </a:txBody>
                  <a:tcPr marL="51435" marR="51435" marT="25718" marB="25718" anchor="ctr"/>
                </a:tc>
                <a:extLst>
                  <a:ext uri="{0D108BD9-81ED-4DB2-BD59-A6C34878D82A}">
                    <a16:rowId xmlns:a16="http://schemas.microsoft.com/office/drawing/2014/main" val="1102216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092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914</TotalTime>
  <Words>439</Words>
  <Application>Microsoft Macintosh PowerPoint</Application>
  <PresentationFormat>A4 Paper (210x297 mm)</PresentationFormat>
  <Paragraphs>28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Gopal Swaminathan</dc:creator>
  <cp:lastModifiedBy>Gopal Swaminathan</cp:lastModifiedBy>
  <cp:revision>39</cp:revision>
  <dcterms:created xsi:type="dcterms:W3CDTF">2025-07-25T13:22:44Z</dcterms:created>
  <dcterms:modified xsi:type="dcterms:W3CDTF">2025-08-31T15:22:27Z</dcterms:modified>
</cp:coreProperties>
</file>